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>
        <p:scale>
          <a:sx n="70" d="100"/>
          <a:sy n="70" d="100"/>
        </p:scale>
        <p:origin x="53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84CE1-8596-4CD0-A542-66BE7FF579C6}" type="datetimeFigureOut">
              <a:rPr lang="en-IN" smtClean="0"/>
              <a:t>17-10-2023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599F4-5412-42CE-82DC-F10F55F866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59567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84CE1-8596-4CD0-A542-66BE7FF579C6}" type="datetimeFigureOut">
              <a:rPr lang="en-IN" smtClean="0"/>
              <a:t>17-10-2023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599F4-5412-42CE-82DC-F10F55F866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82027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84CE1-8596-4CD0-A542-66BE7FF579C6}" type="datetimeFigureOut">
              <a:rPr lang="en-IN" smtClean="0"/>
              <a:t>17-10-2023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599F4-5412-42CE-82DC-F10F55F866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47052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84CE1-8596-4CD0-A542-66BE7FF579C6}" type="datetimeFigureOut">
              <a:rPr lang="en-IN" smtClean="0"/>
              <a:t>17-10-2023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599F4-5412-42CE-82DC-F10F55F866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40426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84CE1-8596-4CD0-A542-66BE7FF579C6}" type="datetimeFigureOut">
              <a:rPr lang="en-IN" smtClean="0"/>
              <a:t>17-10-2023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599F4-5412-42CE-82DC-F10F55F866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83186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84CE1-8596-4CD0-A542-66BE7FF579C6}" type="datetimeFigureOut">
              <a:rPr lang="en-IN" smtClean="0"/>
              <a:t>17-10-2023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599F4-5412-42CE-82DC-F10F55F866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29810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84CE1-8596-4CD0-A542-66BE7FF579C6}" type="datetimeFigureOut">
              <a:rPr lang="en-IN" smtClean="0"/>
              <a:t>17-10-2023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599F4-5412-42CE-82DC-F10F55F866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23459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84CE1-8596-4CD0-A542-66BE7FF579C6}" type="datetimeFigureOut">
              <a:rPr lang="en-IN" smtClean="0"/>
              <a:t>17-10-2023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599F4-5412-42CE-82DC-F10F55F866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94515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84CE1-8596-4CD0-A542-66BE7FF579C6}" type="datetimeFigureOut">
              <a:rPr lang="en-IN" smtClean="0"/>
              <a:t>17-10-2023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599F4-5412-42CE-82DC-F10F55F866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68265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84CE1-8596-4CD0-A542-66BE7FF579C6}" type="datetimeFigureOut">
              <a:rPr lang="en-IN" smtClean="0"/>
              <a:t>17-10-2023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599F4-5412-42CE-82DC-F10F55F866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84174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84CE1-8596-4CD0-A542-66BE7FF579C6}" type="datetimeFigureOut">
              <a:rPr lang="en-IN" smtClean="0"/>
              <a:t>17-10-2023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599F4-5412-42CE-82DC-F10F55F866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12016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84CE1-8596-4CD0-A542-66BE7FF579C6}" type="datetimeFigureOut">
              <a:rPr lang="en-IN" smtClean="0"/>
              <a:t>17-10-2023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599F4-5412-42CE-82DC-F10F55F866B8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19357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84CE1-8596-4CD0-A542-66BE7FF579C6}" type="datetimeFigureOut">
              <a:rPr lang="en-IN" smtClean="0"/>
              <a:t>17-10-2023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599F4-5412-42CE-82DC-F10F55F866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20771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84CE1-8596-4CD0-A542-66BE7FF579C6}" type="datetimeFigureOut">
              <a:rPr lang="en-IN" smtClean="0"/>
              <a:t>17-10-2023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599F4-5412-42CE-82DC-F10F55F866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38644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84CE1-8596-4CD0-A542-66BE7FF579C6}" type="datetimeFigureOut">
              <a:rPr lang="en-IN" smtClean="0"/>
              <a:t>17-10-2023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599F4-5412-42CE-82DC-F10F55F866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40271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84CE1-8596-4CD0-A542-66BE7FF579C6}" type="datetimeFigureOut">
              <a:rPr lang="en-IN" smtClean="0"/>
              <a:t>17-10-2023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599F4-5412-42CE-82DC-F10F55F866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55027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84CE1-8596-4CD0-A542-66BE7FF579C6}" type="datetimeFigureOut">
              <a:rPr lang="en-IN" smtClean="0"/>
              <a:t>17-10-2023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599F4-5412-42CE-82DC-F10F55F866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231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1A084CE1-8596-4CD0-A542-66BE7FF579C6}" type="datetimeFigureOut">
              <a:rPr lang="en-IN" smtClean="0"/>
              <a:t>17-10-2023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E599F4-5412-42CE-82DC-F10F55F866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395889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f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B0FF5-2984-6CA4-28A6-274F0D2FC7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1501541"/>
            <a:ext cx="8825658" cy="3275840"/>
          </a:xfrm>
        </p:spPr>
        <p:txBody>
          <a:bodyPr>
            <a:normAutofit fontScale="90000"/>
          </a:bodyPr>
          <a:lstStyle/>
          <a:p>
            <a:r>
              <a:rPr lang="en-IN" sz="8800" b="1" i="1" dirty="0">
                <a:solidFill>
                  <a:srgbClr val="FF0000"/>
                </a:solidFill>
              </a:rPr>
              <a:t>Scientific</a:t>
            </a:r>
            <a:r>
              <a:rPr lang="en-IN" sz="8800" b="1" i="1" dirty="0"/>
              <a:t> </a:t>
            </a:r>
            <a:r>
              <a:rPr lang="en-IN" sz="8800" b="1" i="1" dirty="0">
                <a:solidFill>
                  <a:srgbClr val="FF0000"/>
                </a:solidFill>
              </a:rPr>
              <a:t>Calculator Using GUI in python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26E793-60AE-0BBF-DA90-47CE5A7FC7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4777379"/>
            <a:ext cx="8825658" cy="1507917"/>
          </a:xfrm>
        </p:spPr>
        <p:txBody>
          <a:bodyPr>
            <a:normAutofit fontScale="25000" lnSpcReduction="20000"/>
          </a:bodyPr>
          <a:lstStyle/>
          <a:p>
            <a:endParaRPr lang="en-IN" dirty="0"/>
          </a:p>
          <a:p>
            <a:r>
              <a:rPr lang="en-IN" sz="7200" b="1" i="1" dirty="0">
                <a:solidFill>
                  <a:srgbClr val="002060"/>
                </a:solidFill>
              </a:rPr>
              <a:t>                                                                         Presented  By Heena</a:t>
            </a:r>
          </a:p>
          <a:p>
            <a:r>
              <a:rPr lang="en-IN" sz="7200" b="1" i="1" dirty="0">
                <a:solidFill>
                  <a:srgbClr val="002060"/>
                </a:solidFill>
              </a:rPr>
              <a:t>                                                                        Roll No.- 2107074</a:t>
            </a:r>
          </a:p>
          <a:p>
            <a:r>
              <a:rPr lang="en-IN" sz="7200" b="1" i="1" dirty="0">
                <a:solidFill>
                  <a:srgbClr val="002060"/>
                </a:solidFill>
              </a:rPr>
              <a:t>                                                                       CSE 5</a:t>
            </a:r>
            <a:r>
              <a:rPr lang="en-IN" sz="7200" b="1" i="1" baseline="30000" dirty="0">
                <a:solidFill>
                  <a:srgbClr val="002060"/>
                </a:solidFill>
              </a:rPr>
              <a:t>th</a:t>
            </a:r>
            <a:r>
              <a:rPr lang="en-IN" sz="7200" b="1" i="1" dirty="0">
                <a:solidFill>
                  <a:srgbClr val="002060"/>
                </a:solidFill>
              </a:rPr>
              <a:t> Sem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564578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93871-FAAE-2CF2-6F3E-8D1E31BAB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6600" b="1" i="1" dirty="0">
                <a:solidFill>
                  <a:srgbClr val="FF0000"/>
                </a:solidFill>
              </a:rPr>
              <a:t>Introduction</a:t>
            </a:r>
            <a:r>
              <a:rPr lang="en-IN" b="1" i="1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B8E4F4-3316-C1F8-A0DE-053EF55FBFDE}"/>
              </a:ext>
            </a:extLst>
          </p:cNvPr>
          <p:cNvSpPr>
            <a:spLocks noGrp="1"/>
          </p:cNvSpPr>
          <p:nvPr>
            <p:ph idx="1"/>
          </p:nvPr>
        </p:nvSpPr>
        <p:spPr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buFont typeface="Courier New" panose="02070309020205020404" pitchFamily="49" charset="0"/>
              <a:buChar char="o"/>
            </a:pPr>
            <a:r>
              <a:rPr lang="en-IN" dirty="0"/>
              <a:t> Python is a popular programming language. It was created by Guido van Rossum, and released in 1991.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dirty="0"/>
              <a:t>It is user for :</a:t>
            </a:r>
          </a:p>
          <a:p>
            <a:r>
              <a:rPr lang="en-IN" dirty="0"/>
              <a:t>Web development (server-side)</a:t>
            </a:r>
          </a:p>
          <a:p>
            <a:r>
              <a:rPr lang="en-IN" dirty="0"/>
              <a:t>Software development </a:t>
            </a:r>
          </a:p>
          <a:p>
            <a:r>
              <a:rPr lang="en-IN" dirty="0"/>
              <a:t>Mathematics,</a:t>
            </a:r>
          </a:p>
          <a:p>
            <a:r>
              <a:rPr lang="en-IN" dirty="0"/>
              <a:t>System scripting.</a:t>
            </a:r>
          </a:p>
        </p:txBody>
      </p:sp>
    </p:spTree>
    <p:extLst>
      <p:ext uri="{BB962C8B-B14F-4D97-AF65-F5344CB8AC3E}">
        <p14:creationId xmlns:p14="http://schemas.microsoft.com/office/powerpoint/2010/main" val="35892298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93BA7-4A0D-06ED-45D8-B00AC2ADB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7200" b="1" i="1" dirty="0">
                <a:solidFill>
                  <a:srgbClr val="FF0000"/>
                </a:solidFill>
              </a:rPr>
              <a:t>About the project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360CB3-60F7-C8E5-5520-92C425A87E17}"/>
              </a:ext>
            </a:extLst>
          </p:cNvPr>
          <p:cNvSpPr>
            <a:spLocks noGrp="1"/>
          </p:cNvSpPr>
          <p:nvPr>
            <p:ph idx="1"/>
          </p:nvPr>
        </p:nvSpPr>
        <p:spPr/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/>
          <a:lstStyle/>
          <a:p>
            <a:r>
              <a:rPr lang="en-IN" dirty="0"/>
              <a:t>For those who not know, a calculator is basically a program on a calculator that simulates the behaviour of any hand-held calculator useful for performing mathematical calculations, it is very basic device used in our everyday lives. Now al the smartphones also have a calculator application in them.</a:t>
            </a:r>
          </a:p>
          <a:p>
            <a:r>
              <a:rPr lang="en-IN" dirty="0"/>
              <a:t>While creating any GUI application there are mainly two steps:</a:t>
            </a:r>
          </a:p>
          <a:p>
            <a:r>
              <a:rPr lang="en-IN" dirty="0"/>
              <a:t>The first step is to create a user interface.</a:t>
            </a:r>
          </a:p>
          <a:p>
            <a:r>
              <a:rPr lang="en-IN" dirty="0"/>
              <a:t>The second step is the most important one and in this, to add functionalities to the GUI.</a:t>
            </a:r>
          </a:p>
        </p:txBody>
      </p:sp>
    </p:spTree>
    <p:extLst>
      <p:ext uri="{BB962C8B-B14F-4D97-AF65-F5344CB8AC3E}">
        <p14:creationId xmlns:p14="http://schemas.microsoft.com/office/powerpoint/2010/main" val="1352513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4AB861-9A99-DB25-88FD-DD5E1FCBB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000" b="1" dirty="0">
                <a:solidFill>
                  <a:srgbClr val="FF0000"/>
                </a:solidFill>
              </a:rPr>
              <a:t>System</a:t>
            </a:r>
            <a:r>
              <a:rPr lang="en-IN" dirty="0">
                <a:solidFill>
                  <a:srgbClr val="FF0000"/>
                </a:solidFill>
              </a:rPr>
              <a:t> </a:t>
            </a:r>
            <a:r>
              <a:rPr lang="en-IN" b="1" i="1" dirty="0">
                <a:solidFill>
                  <a:srgbClr val="FF0000"/>
                </a:solidFill>
              </a:rPr>
              <a:t>requirement environment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FF5B0-AA79-607E-6146-3F64BD16E7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IN" sz="3200" b="1" i="1" dirty="0">
                <a:solidFill>
                  <a:srgbClr val="002060"/>
                </a:solidFill>
              </a:rPr>
              <a:t>Hardware requirement :</a:t>
            </a:r>
          </a:p>
          <a:p>
            <a:r>
              <a:rPr lang="en-IN" dirty="0"/>
              <a:t>Ram </a:t>
            </a:r>
          </a:p>
          <a:p>
            <a:r>
              <a:rPr lang="en-IN" dirty="0"/>
              <a:t>Processor – intel Pentium 4</a:t>
            </a:r>
          </a:p>
          <a:p>
            <a:r>
              <a:rPr lang="en-IN" dirty="0"/>
              <a:t>Rom -256 GB</a:t>
            </a:r>
          </a:p>
          <a:p>
            <a:r>
              <a:rPr lang="en-IN" sz="3200" b="1" i="1" dirty="0">
                <a:solidFill>
                  <a:srgbClr val="002060"/>
                </a:solidFill>
              </a:rPr>
              <a:t>Software requirement :</a:t>
            </a:r>
          </a:p>
          <a:p>
            <a:r>
              <a:rPr lang="en-IN" dirty="0"/>
              <a:t>Python 2.7 or about </a:t>
            </a:r>
          </a:p>
          <a:p>
            <a:r>
              <a:rPr lang="en-IN" dirty="0"/>
              <a:t>PyCharm </a:t>
            </a:r>
          </a:p>
          <a:p>
            <a:r>
              <a:rPr lang="en-IN" dirty="0"/>
              <a:t>A good internet connection</a:t>
            </a:r>
          </a:p>
          <a:p>
            <a:r>
              <a:rPr lang="en-IN" dirty="0"/>
              <a:t>Linux ,MacOS, Window7,XP or above </a:t>
            </a:r>
          </a:p>
        </p:txBody>
      </p:sp>
    </p:spTree>
    <p:extLst>
      <p:ext uri="{BB962C8B-B14F-4D97-AF65-F5344CB8AC3E}">
        <p14:creationId xmlns:p14="http://schemas.microsoft.com/office/powerpoint/2010/main" val="4641354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445D8-F972-6876-96BA-348AA49D0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800" b="1" i="1" dirty="0">
                <a:solidFill>
                  <a:srgbClr val="FF0000"/>
                </a:solidFill>
              </a:rPr>
              <a:t>Tools and technophiles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37FA40-6BA7-EB62-EFA4-07E68B5A2A4D}"/>
              </a:ext>
            </a:extLst>
          </p:cNvPr>
          <p:cNvSpPr>
            <a:spLocks noGrp="1"/>
          </p:cNvSpPr>
          <p:nvPr>
            <p:ph idx="1"/>
          </p:nvPr>
        </p:nvSpPr>
        <p:spPr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indent="0">
              <a:buNone/>
            </a:pPr>
            <a:r>
              <a:rPr lang="en-IN" dirty="0">
                <a:solidFill>
                  <a:srgbClr val="002060"/>
                </a:solidFill>
              </a:rPr>
              <a:t>Tools:</a:t>
            </a:r>
            <a:r>
              <a:rPr lang="en-IN" dirty="0"/>
              <a:t> python</a:t>
            </a:r>
          </a:p>
          <a:p>
            <a:r>
              <a:rPr lang="en-IN" dirty="0">
                <a:solidFill>
                  <a:srgbClr val="002060"/>
                </a:solidFill>
              </a:rPr>
              <a:t>Python Libraries: </a:t>
            </a:r>
            <a:r>
              <a:rPr lang="en-IN" dirty="0"/>
              <a:t>tkinter,etc.</a:t>
            </a:r>
          </a:p>
          <a:p>
            <a:r>
              <a:rPr lang="en-IN" dirty="0">
                <a:solidFill>
                  <a:srgbClr val="002060"/>
                </a:solidFill>
              </a:rPr>
              <a:t>Tkinter :-</a:t>
            </a:r>
            <a:r>
              <a:rPr lang="en-IN" dirty="0"/>
              <a:t>tkinter is the standard GUI library for python. Python when combined with tkinter provides a fast and easy way to create GUI applications. Tkinter provides a powerful object-oriented interface to the Tk GUI toolkit.</a:t>
            </a:r>
          </a:p>
        </p:txBody>
      </p:sp>
    </p:spTree>
    <p:extLst>
      <p:ext uri="{BB962C8B-B14F-4D97-AF65-F5344CB8AC3E}">
        <p14:creationId xmlns:p14="http://schemas.microsoft.com/office/powerpoint/2010/main" val="37589162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5B691-436B-51F0-42A2-57E5F77C2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2014" y="230791"/>
            <a:ext cx="3401064" cy="1447800"/>
          </a:xfrm>
        </p:spPr>
        <p:txBody>
          <a:bodyPr/>
          <a:lstStyle/>
          <a:p>
            <a:r>
              <a:rPr lang="en-IN" sz="6000" b="1" i="1" dirty="0">
                <a:solidFill>
                  <a:srgbClr val="FF0000"/>
                </a:solidFill>
              </a:rPr>
              <a:t>Output</a:t>
            </a:r>
            <a:r>
              <a:rPr lang="en-IN" dirty="0">
                <a:solidFill>
                  <a:srgbClr val="FF0000"/>
                </a:solidFill>
              </a:rPr>
              <a:t> 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8F39010-AABF-4FE5-2E0C-B31D60B1E4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1349" y="1447800"/>
            <a:ext cx="2662640" cy="4572000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91417B-7C39-8586-27C1-B1C18BB6CF15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341FF8E-4B3F-2A4E-04D7-466AC3471A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577" y="2057400"/>
            <a:ext cx="4813287" cy="434340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</p:pic>
    </p:spTree>
    <p:extLst>
      <p:ext uri="{BB962C8B-B14F-4D97-AF65-F5344CB8AC3E}">
        <p14:creationId xmlns:p14="http://schemas.microsoft.com/office/powerpoint/2010/main" val="6108046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3266-3E44-D243-CD44-CDA6DC080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6299"/>
            <a:ext cx="10515600" cy="1325563"/>
          </a:xfrm>
        </p:spPr>
        <p:txBody>
          <a:bodyPr/>
          <a:lstStyle/>
          <a:p>
            <a:r>
              <a:rPr lang="en-IN" sz="5400" b="1" i="1" dirty="0">
                <a:solidFill>
                  <a:srgbClr val="FF0000"/>
                </a:solidFill>
              </a:rPr>
              <a:t>Output </a:t>
            </a:r>
            <a:r>
              <a:rPr lang="en-IN" dirty="0">
                <a:solidFill>
                  <a:srgbClr val="FF0000"/>
                </a:solidFill>
              </a:rPr>
              <a:t> 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0E41617-C9F5-6A2B-C737-477F41793DC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313" y="2130480"/>
            <a:ext cx="4395787" cy="4055952"/>
          </a:xfr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7CF1E4A-4463-254F-65F2-B05898E9DB7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2396" y="2055813"/>
            <a:ext cx="4120345" cy="4200525"/>
          </a:xfrm>
        </p:spPr>
      </p:pic>
    </p:spTree>
    <p:extLst>
      <p:ext uri="{BB962C8B-B14F-4D97-AF65-F5344CB8AC3E}">
        <p14:creationId xmlns:p14="http://schemas.microsoft.com/office/powerpoint/2010/main" val="29667255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913BA-E3F7-450B-BCE5-C3D234BC97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6299"/>
            <a:ext cx="10515600" cy="1325563"/>
          </a:xfrm>
        </p:spPr>
        <p:txBody>
          <a:bodyPr>
            <a:normAutofit/>
          </a:bodyPr>
          <a:lstStyle/>
          <a:p>
            <a:r>
              <a:rPr lang="en-IN" sz="5400" b="1" i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                Thank you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E244247-44F2-A743-1DAA-C493AF3F35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9463" y="2650331"/>
            <a:ext cx="4514850" cy="3000375"/>
          </a:xfr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</p:pic>
    </p:spTree>
    <p:extLst>
      <p:ext uri="{BB962C8B-B14F-4D97-AF65-F5344CB8AC3E}">
        <p14:creationId xmlns:p14="http://schemas.microsoft.com/office/powerpoint/2010/main" val="34813092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51</TotalTime>
  <Words>247</Words>
  <Application>Microsoft Office PowerPoint</Application>
  <PresentationFormat>Widescreen</PresentationFormat>
  <Paragraphs>34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Century Gothic</vt:lpstr>
      <vt:lpstr>Courier New</vt:lpstr>
      <vt:lpstr>Wingdings 3</vt:lpstr>
      <vt:lpstr>Ion</vt:lpstr>
      <vt:lpstr>Scientific Calculator Using GUI in python </vt:lpstr>
      <vt:lpstr>Introduction </vt:lpstr>
      <vt:lpstr>About the project </vt:lpstr>
      <vt:lpstr>System requirement environment </vt:lpstr>
      <vt:lpstr>Tools and technophiles</vt:lpstr>
      <vt:lpstr>Output </vt:lpstr>
      <vt:lpstr>Output  </vt:lpstr>
      <vt:lpstr>                             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Scientific Calculator Using GUI in python</dc:title>
  <dc:creator>kr Heena</dc:creator>
  <cp:lastModifiedBy>kr Heena</cp:lastModifiedBy>
  <cp:revision>2</cp:revision>
  <dcterms:created xsi:type="dcterms:W3CDTF">2023-10-17T05:03:44Z</dcterms:created>
  <dcterms:modified xsi:type="dcterms:W3CDTF">2023-10-17T10:54:09Z</dcterms:modified>
</cp:coreProperties>
</file>